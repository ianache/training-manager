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12" y="3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B7146C-A278-4781-A7EB-C2AA0CD632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05AC39F-32C5-4FDD-B72C-51C3AEA89E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F30134D-676B-4ACC-AA4B-51CED8C8D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C1A99-A765-460C-B29A-2220BC5495B4}" type="datetimeFigureOut">
              <a:rPr lang="es-PE" smtClean="0"/>
              <a:t>27/09/2026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6DC57CB-B15D-4CD1-9496-5092F9DAE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352D881-A8F0-45EF-AFAB-C9AD31C15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84935-3527-46DD-BCCC-00BA36FD157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04181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A3C9C7-2C0F-4968-86FF-A409A797B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FB6A24-1349-456C-8012-0D4788852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65D432E-56EB-444A-B8D1-5DB3BDD6C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C1A99-A765-460C-B29A-2220BC5495B4}" type="datetimeFigureOut">
              <a:rPr lang="es-PE" smtClean="0"/>
              <a:t>27/09/2026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45AFE79-939D-4499-A9A4-6577AEE2D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EE44CA6-6034-4532-A877-FECA3FC10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84935-3527-46DD-BCCC-00BA36FD157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10066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B2431C-96A0-41EC-AB57-C6FE0CBE3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7EB06C5-BFFF-4358-B026-BC53D70E92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3F67826-ED76-4879-9433-715A096E9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C1A99-A765-460C-B29A-2220BC5495B4}" type="datetimeFigureOut">
              <a:rPr lang="es-PE" smtClean="0"/>
              <a:t>27/09/2026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E3B81E0-0D00-4ECC-BBB0-ED3872570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8133FEA-6D55-4B71-832B-142F4BF62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84935-3527-46DD-BCCC-00BA36FD157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89180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FA6A45-4536-4A70-BA4C-96F4A1D26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0F28783-89E4-4446-B8D2-C7AA469B56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A91B37A-601B-47A3-BBE7-AF3C1CA347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422D942-58F8-4418-8416-16B981AEF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C1A99-A765-460C-B29A-2220BC5495B4}" type="datetimeFigureOut">
              <a:rPr lang="es-PE" smtClean="0"/>
              <a:t>27/09/2026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1D7B0BE-6485-48F9-9F85-6B046AE78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A306B0F-B62C-46E3-8413-3F5B1AA15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84935-3527-46DD-BCCC-00BA36FD157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78017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70748A-47AE-491D-AAF9-E96E6DA90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F813F21-A17C-48E4-9786-B459B5EFE2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E560BA5-DCF5-426B-9446-C8ED05382B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C270757-4CAB-4852-A5E1-A3B13F45E8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383E69F-162B-4F03-ACAC-CD3A36B99F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BFDC77C-6C26-4A97-A835-2CA59277C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C1A99-A765-460C-B29A-2220BC5495B4}" type="datetimeFigureOut">
              <a:rPr lang="es-PE" smtClean="0"/>
              <a:t>27/09/2026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A31573E-F4F7-4C0E-B419-29AE80129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81A584C-23A8-4EC2-A19F-CFD316044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84935-3527-46DD-BCCC-00BA36FD157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24719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EDA12F-B67C-42E5-8589-6F1D385D8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1E421E7-E37E-47D5-8C4C-E438337A5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C1A99-A765-460C-B29A-2220BC5495B4}" type="datetimeFigureOut">
              <a:rPr lang="es-PE" smtClean="0"/>
              <a:t>27/09/2026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891F51C-ED03-4155-82F4-4B8DAFB92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3672AAE-7E65-4AA3-A16C-83F570EB3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84935-3527-46DD-BCCC-00BA36FD157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35712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1D01EB5-9209-48D3-BF71-32AB40920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C1A99-A765-460C-B29A-2220BC5495B4}" type="datetimeFigureOut">
              <a:rPr lang="es-PE" smtClean="0"/>
              <a:t>27/09/2026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6C7169A-E556-43E0-917E-EC25428A1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576D187-3595-46BE-A2EE-F633860A7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84935-3527-46DD-BCCC-00BA36FD157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39935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DBB0DA-CD40-48EA-9304-05D6F0543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2A3AFE-1413-419A-81CD-B32498FC86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D488839-36FF-4CB1-B9B9-BA0A4DD2BF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2A2B940-996B-4464-A836-E6AC470C9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C1A99-A765-460C-B29A-2220BC5495B4}" type="datetimeFigureOut">
              <a:rPr lang="es-PE" smtClean="0"/>
              <a:t>27/09/2026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EA5B539-EF36-4732-9E5F-5BA16F8D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43F3751-D6B7-4549-B531-2BBCCEA79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84935-3527-46DD-BCCC-00BA36FD157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61571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998A32-F07B-41D2-91CE-7CE1834B2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5CBA1C0-EFDE-4734-965D-B7D9760AE7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34EA3F9-7DE2-4FC3-A7CB-F273505615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EADF229-0484-4455-A145-43F9FBE91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C1A99-A765-460C-B29A-2220BC5495B4}" type="datetimeFigureOut">
              <a:rPr lang="es-PE" smtClean="0"/>
              <a:t>27/09/2026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00AF0D1-EFAE-4F24-8D97-5BB7391D3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38F320C-A800-4D64-BBD9-A546FF4FF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84935-3527-46DD-BCCC-00BA36FD157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88482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495559-77F1-4566-9958-81E81FD4D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6AF05FC-E862-4DD0-A290-2FF0BB718D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0F077C1-D935-4503-9A3C-8EEDD6464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C1A99-A765-460C-B29A-2220BC5495B4}" type="datetimeFigureOut">
              <a:rPr lang="es-PE" smtClean="0"/>
              <a:t>27/09/2026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892B035-64CF-423D-9B25-75DEA8F9B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09A7C3A-F2EB-4F37-857D-24B076EEB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84935-3527-46DD-BCCC-00BA36FD157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25430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064257A-DA19-4BB6-921B-B5A5D0B015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A92232D-3B70-431B-A14B-05EE7AC0E9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7485912-55EC-44B9-970D-415B15B0F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C1A99-A765-460C-B29A-2220BC5495B4}" type="datetimeFigureOut">
              <a:rPr lang="es-PE" smtClean="0"/>
              <a:t>27/09/2026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8445559-162F-4736-AA17-B2807F6C7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ED4E037-8687-4A1F-BB75-F46B64448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84935-3527-46DD-BCCC-00BA36FD157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00505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8EFECA1-4E89-4B9B-9724-C15F32476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E321FDF-FC51-471C-8BCB-B3FCCF1841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6C6DBAA-C492-4B30-8A42-ECCB0572CA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AC1A99-A765-460C-B29A-2220BC5495B4}" type="datetimeFigureOut">
              <a:rPr lang="es-PE" smtClean="0"/>
              <a:t>27/09/2026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5ACB06E-09A0-40FE-A897-87C1F3A3A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94CA5F-D3A2-4428-9D75-1CE94CB059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D84935-3527-46DD-BCCC-00BA36FD157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00385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BE44965B-E6D2-43E2-BD93-E79B9172E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566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73B2A347-BBD7-4797-9FE3-E8DDE7012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640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45B3A68A-0E81-45A6-8B41-E42D557D9A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619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7570C6C-52B7-4486-8D2F-2F50A89C8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411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1C7CD350-EAF0-412B-ACD5-B0553D337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815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49FEEC4C-BA15-4E3B-B47B-E5E21C0AC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866" y="376298"/>
            <a:ext cx="11600269" cy="6105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38329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0</Words>
  <Application>Microsoft Office PowerPoint</Application>
  <PresentationFormat>Panorámica</PresentationFormat>
  <Paragraphs>0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Ilver Anache</dc:creator>
  <cp:lastModifiedBy>Ilver Anache</cp:lastModifiedBy>
  <cp:revision>5</cp:revision>
  <dcterms:created xsi:type="dcterms:W3CDTF">2026-09-28T00:28:11Z</dcterms:created>
  <dcterms:modified xsi:type="dcterms:W3CDTF">2026-09-28T03:24:44Z</dcterms:modified>
</cp:coreProperties>
</file>