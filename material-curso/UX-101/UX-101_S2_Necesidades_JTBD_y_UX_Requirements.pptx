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S2 — Necesidades, JTBD y UX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Experiencia de Usuario con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US → UXR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Derivar requisitos UX verificables desde necesidades y User Stories.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ux-requirements-analyzer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Catálogo UXR-*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Actores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tareas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Jobs To Be Done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restricciones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hechos vs supuestos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ux-requirements-analyzer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Catálogo UXR-*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Transformar 3–5 User Stories en UXR trazables.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Catálogo UXR-*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US → UXR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UX-101 · S2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