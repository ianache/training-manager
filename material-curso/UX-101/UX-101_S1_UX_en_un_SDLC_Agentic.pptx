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S1 — UX en un SDLC 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Experiencia de Usuario con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Contexto antes que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Comprender el nuevo rol del diseñador en un flujo AF → UX/UI → Arquitectura → Dev → QA.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ux-requirements-analyzer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Context Pack inicial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Modelo Diseñador ↔ Agente ↔ Artefacto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Human-in-the-Loop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OKF v0.2.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ux-requirements-analyzer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Context Pack inicial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Crear el bundle inicial del caso común y clasificar hechos, supuestos y preguntas.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 Context Pack inicial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Contexto antes que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UX-101 · S1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