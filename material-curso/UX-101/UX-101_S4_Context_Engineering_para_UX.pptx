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Context Engineering para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Experiencia de Usuario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UX READY FOR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Consolidar contexto suficiente y gobernado para los cursos siguientes.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 + user-flow-designer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Personas operativas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glosario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restricciones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preguntas abiertas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provenance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human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 + user-flow-designer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stable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Cerrar el UX Context Pack y defenderlo ante un AF.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stable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READY FOR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UX-101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