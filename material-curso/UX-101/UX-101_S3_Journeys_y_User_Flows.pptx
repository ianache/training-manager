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S3 — Journeys y User 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Experiencia de Usuario con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UXR → FLW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Modelar recorridos completos, incluyendo excepciones y permisos.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user-flow-designer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User Flows FLW-*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Journey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happy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alternativas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errores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permisos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estados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user-flow-designer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User Flows FLW-*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Construir FLW-* y contrastarlos con reglas de negocio.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User Flows FLW-*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UXR → FLW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UX-101 · S3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