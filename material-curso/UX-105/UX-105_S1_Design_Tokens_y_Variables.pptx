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S1 — Design Tokens y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Diseño Gobernado con Figma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GOVERN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Tokens antes que valores sueltos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Implementar el contrato visual como Variables gobernadas.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figma-design-validator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Variables gobernadas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Primitivos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semánticos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modes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naming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color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spacing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figma-design-validator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Variables gobernadas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TKN-* → Figma Variables.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Variables gobernadas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Tokens antes que valores sueltos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UX-105 · S1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