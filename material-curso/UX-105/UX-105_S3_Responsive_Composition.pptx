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S3 — Responsive 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Gobernado con 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Importar no equivale a gobernar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pantallas adaptables y normalizar exploraciones importadas.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Responsive Screens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Breakpoints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mobile/desktop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normalización de Stitch.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Responsive Screens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SCR-* responsive con estados.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Responsive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Importar no equivale a gobernar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UX-105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