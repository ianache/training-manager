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Component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Gobernado con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Componente de diseño ↔ componente de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una librería reutilizable alineada al bundle OKF.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Atomic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properties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Auto Layout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 Library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CMP-* → componentes publicados.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Componente de diseño ↔ componente de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UX-105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