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S4 — Agentic Figma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Diseño Gobernado con Figma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GOVERN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Designer ↔ Agent ↔ MCP ↔ Figma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Permitir que agentes lean el diseño como estructura, no como captura.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figma-design-validator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 Validation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Figma MCP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variables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components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layout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validación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contexto estructurado.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figma-design-validator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 Validation Report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Ejecutar validación agentic sobre el archivo.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S4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 Validation Report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Designer ↔ Agent ↔ MCP ↔ Figma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UX-105 · S4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