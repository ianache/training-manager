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S5 — Design-to-Code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Gobernado con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DESIGN READY FOR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Preparar el diseño para consumo directo por agentes de desarrollo.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Governed Design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Dev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Code 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mapping a codebase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Governed Design Package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Developer consume una pantalla sin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S5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Governed Design Package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READY FOR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UX-105 · S5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