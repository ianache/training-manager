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S4 — Iteración dirigida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Agentic con Claude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EXPLORE +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Decisión explícita, no vibe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Refinar selectivamente una solución a partir de decisiones humanas.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claude-design-orchestrator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Feedback visual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combinar alternativas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rechazos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estados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consistencia.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claude-design-orchestrator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Prototype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Construir prototipo refinado con estados críticos.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Decisión explícita, no vibe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UX-103 · S4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