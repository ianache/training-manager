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S1 — Context Engineering para diseño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Diseño Agentic con Claude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EXPLORE +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No diseñar desde prompt suelto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Preparar contexto e intención antes de pedir alternativas visuales.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claude-design-orchestrator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Intent 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 Context Pack + UI Spec + Design System + 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Intent Brief.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claude-design-orchestrator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Intent Brief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Construir el Intent Brief del flujo crítico.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Intent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No diseñar desde prompt suelto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UX-103 · S1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