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S5 — Design Decisions y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Agentic con Claude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+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EXPLORATION REVIEWED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Registrar por qué una solución fue elegida y qué alternativas se descartaron.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Exploration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DD-*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provenance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 bundle.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Exploration Pack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Cerrar Design Exploration Pack y demo con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Exploration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EXPLORATION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UX-103 ·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