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S3 — Crítica estructurada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Agentic con Claude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EXPLORE + 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El agente critica; el humano 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Usar un agente crítico sin delegar la selección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Critique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Generator → Critic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heurísticas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accesibilidad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claude-design-orchestrator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Critique Matrix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Construir matriz crítica de alternativas.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S3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Critique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El agente critica; el humano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UX-103 · S3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