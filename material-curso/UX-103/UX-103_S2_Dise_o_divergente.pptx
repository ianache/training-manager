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S2 — Diseño divergente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Agentic con Claude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+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Divergir antes de converger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Explorar soluciones con objetivos deliberadamente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Alternative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Alternativa conservadora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eficiencia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mobile-first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experto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restricciones comunes.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Alternative Set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Generar ≥3 alternativas del mismo flujo.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Alternative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Divergir antes de converger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UX-103 · 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