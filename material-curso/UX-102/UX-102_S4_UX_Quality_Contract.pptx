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S4 — UX Quality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de Interfaces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UI READY FOR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Convertir calidad UX en criterios verificables por QA.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accessibility-reviewer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 Specification v1.0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WCAG 2.2 AA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Nielsen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contraste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foco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targets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 Given/When/Then.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accessibility-reviewer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 Specification v1.0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Ejecutar accessibility-reviewer y cerrar AC-*.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 Specification v1.0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 READY FOR EXPLORATION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UX-102 · S4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