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S3 — Design System &amp;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Diseño de Interfaces con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SPECIFY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Design System ≠ Figma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Definir componentes reutilizables y contratos visuales independientes de herramienta.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ui-spec-writer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Catálogo CMP/TKN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Atomic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CMP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tokens primitivos/semánticos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variantes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naming.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ui-spec-writer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Catálogo CMP/TKN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Modelar CMP-* y TKN-* del caso.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Catálogo CMP/TKN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Design System ≠ Figma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UX-102 · S3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