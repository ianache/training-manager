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S2 — Interaction &amp; State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de Interfaces con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SPECIFY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Comportamiento antes que apariencia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Especificar comportamiento observable y estados por pantalla.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ui-spec-writer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Matriz Screen ×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loading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empty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success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validation-error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system-error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ui-spec-writer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Matriz Screen × State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Construir matriz Screen × State y justificar N/A.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Matriz Screen ×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Comportamiento antes que apariencia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UX-102 · S2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