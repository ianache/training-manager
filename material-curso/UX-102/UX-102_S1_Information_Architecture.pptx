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S1 — Information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de Interfaces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FLW → SCR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Convertir flujos en una arquitectura de navegación y pantallas.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ui-spec-writer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Screen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Inventario de pantallas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navegación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responsabilidad de pantalla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trazabilidad FLW → SCR.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ui-spec-writer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Screen Inventory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Generar SCR-* desde los FLW del caso.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Screen Inventory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FLW → SCR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UX-102 · 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