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502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UX-106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1111"/>
                </a:solidFill>
                <a:latin typeface="Aptos"/>
              </a:rPr>
              <a:t>S2 — UX ↔ Arquitectura ↔ Developer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317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374151"/>
                </a:solidFill>
                <a:latin typeface="Aptos"/>
              </a:rPr>
              <a:t>Design-to-Code &amp; Handoff Agentic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DELIVER + VALIDATE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166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0000"/>
                </a:solidFill>
                <a:latin typeface="Aptos"/>
              </a:rPr>
              <a:t>Diseño informa arquitectura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  <a:latin typeface="Aptos"/>
              </a:rPr>
              <a:t>COMSATEL · Formación de Competencias 2026 · UX/UI Potenciado por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S2 · Objetivo y resultado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5303520" cy="34747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Objetivo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4974336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Identificar impactos arquitectónicos y probar consumo por un Developer.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30352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9163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 principal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84831"/>
            <a:ext cx="497433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ux-development-handoff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383280"/>
            <a:ext cx="5303520" cy="16459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1" y="3520440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Evidencia de 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1" y="3913632"/>
            <a:ext cx="4974336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Implementation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B0000"/>
                </a:solidFill>
                <a:latin typeface="Aptos"/>
              </a:rPr>
              <a:t>La decisión y aprobación final permanecen en manos humanas.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S2 · Conceptos clave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ASR candidates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performance percibida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554480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69163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08483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offline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permisos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371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seguridad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3520439"/>
            <a:ext cx="3429000" cy="155448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3657599"/>
            <a:ext cx="3099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2" y="4050791"/>
            <a:ext cx="309981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MCP.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S2 · Método de trabajo con agente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CONTEXTO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04872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78024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INTENCIÓN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504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6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GENERACIÓN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4456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CRÍTICA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10728" y="2148840"/>
            <a:ext cx="1600200" cy="960120"/>
          </a:xfrm>
          <a:prstGeom prst="roundRect">
            <a:avLst/>
          </a:prstGeom>
          <a:solidFill>
            <a:srgbClr val="8B0000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DECISIÓN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40487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74151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2148840"/>
            <a:ext cx="1600200" cy="960120"/>
          </a:xfrm>
          <a:prstGeom prst="roundRect">
            <a:avLst/>
          </a:prstGeom>
          <a:solidFill>
            <a:srgbClr val="F3F4F6"/>
          </a:solidFill>
          <a:ln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85832" y="244144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11111"/>
                </a:solidFill>
                <a:latin typeface="Aptos"/>
              </a:rPr>
              <a:t>REGISTRO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977639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11111"/>
                </a:solidFill>
                <a:latin typeface="Aptos"/>
              </a:rPr>
              <a:t>El agente puede generar y criticar. El diseñador conserva intención, decisión y verificación.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S2 · Skill y contrato de artefactos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Context Pack / artefactos canónicos
Fuentes trazables
Restricciones
Preguntas abiertas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ux-development-handoff
Genera draft
Registra provenance
No fabrica verified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508760"/>
            <a:ext cx="3383280" cy="356616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1" y="1645919"/>
            <a:ext cx="30540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SALIDA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1" y="2039112"/>
            <a:ext cx="305409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Implementation Evidence
Artefacto OKF v0.2
Lineage preservado
Listo para revisión humana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S2 · Ejercicio guiado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1097280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10643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Actividad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106436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Implementar una pantalla usando solo pack + MCP.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Caso común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Producto COMSATEL · 3–5 User Stories · 6–10 pantallas · permisos · mobile/desktop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657600"/>
            <a:ext cx="5257800" cy="141732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3794760"/>
            <a:ext cx="4928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Regla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4187952"/>
            <a:ext cx="4928616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La evidencia generada no sustituye el concepto canónico ni la revisión humana.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515600" y="182880"/>
            <a:ext cx="1097280" cy="1097280"/>
          </a:xfrm>
          <a:prstGeom prst="ellips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155680" y="5760720"/>
            <a:ext cx="548640" cy="548640"/>
          </a:xfrm>
          <a:prstGeom prst="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82880" y="5943600"/>
            <a:ext cx="731520" cy="731520"/>
          </a:xfrm>
          <a:prstGeom prst="triangle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0000"/>
                </a:solidFill>
                <a:latin typeface="Aptos"/>
              </a:rPr>
              <a:t>UX-106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11111"/>
                </a:solidFill>
                <a:latin typeface="Aptos"/>
              </a:rPr>
              <a:t>S2 · Cierre y evidencia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109728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Entregable de sesión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Implementation Evidence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303520" cy="1828800"/>
          </a:xfrm>
          <a:prstGeom prst="roundRect">
            <a:avLst/>
          </a:prstGeom>
          <a:solidFill>
            <a:srgbClr val="F3F4F6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45919"/>
            <a:ext cx="49743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0000"/>
                </a:solidFill>
                <a:latin typeface="Aptos"/>
              </a:rPr>
              <a:t>Criterio rector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039112"/>
            <a:ext cx="497433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Diseño informa arquitectura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840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0000"/>
                </a:solidFill>
                <a:latin typeface="Aptos"/>
              </a:rPr>
              <a:t>Checklist de salida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¿Contexto correcto?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9087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¿Trazabilidad preservada?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038344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¿Supuestos explícitos?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385816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¿Provenance registrado?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33288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1111"/>
                </a:solidFill>
                <a:latin typeface="Aptos"/>
              </a:rPr>
              <a:t>✓  ¿Revisión humana pendiente/completada?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6217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374151"/>
                </a:solidFill>
                <a:latin typeface="Aptos"/>
              </a:rPr>
              <a:t>UX-106 · S2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