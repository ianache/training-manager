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S1 — Development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Design-to-Code &amp; Handoff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DELIVER +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Contexto ejecutable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Empaquetar diseño y conocimiento para implementación agentic.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traceability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screens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tokens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 Pack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Generar Design-to-Code Context Pack.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S1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Handoff Pack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Contexto ejecutable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UX-106 · 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