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S4 — Design Conformance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Design-to-Code &amp; Handoff Agentic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DELIVER +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UX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Comparar diseño, implementación y runtime y cerrar el ciclo.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ux-development-handoff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Quality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Figma/UI Spec ↔ code ↔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desviaciones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severidad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ownership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retroalimentación.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ux-development-handoff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Quality Report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Generar UX Quality Report y cerrar trazabilidad.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Quality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UX-106 · S4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