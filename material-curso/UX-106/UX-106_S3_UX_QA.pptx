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S3 — UX ↔ 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Design-to-Code &amp; Handoff Agentic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DELIVER + 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UX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Transformar intención UX en escenarios verificables y evidencia.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ux-development-handoff + accessibility-reviewer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QA-ready Scenarios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AC → QA 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accesibilidad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evidencia visual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quality gate.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ux-development-handoff + accessibility-reviewer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QA-ready Scenarios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QA deriva pruebas sin reinterpretación.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QA-ready Scenarios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 verificable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UX-106 · S3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