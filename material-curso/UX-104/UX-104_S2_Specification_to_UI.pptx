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Specification-to-UI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Prototipado con 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SCR → Prompt →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Convertir especificaciones de pantalla en prompts reproducibles.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Generation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Objetivo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usuario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contenido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restricciones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estilo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Generation Prompts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el flujo principal desde SCR-*.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Generation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 → Prompt →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UX-104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