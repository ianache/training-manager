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UX-104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Aptos"/>
              </a:rPr>
              <a:t>S3 — Parallel Exploration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4151"/>
                </a:solidFill>
                <a:latin typeface="Aptos"/>
              </a:rPr>
              <a:t>Prototipado con Google Stitch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EXPLORE FAST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166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B0000"/>
                </a:solidFill>
                <a:latin typeface="Aptos"/>
              </a:rPr>
              <a:t>Velocidad con trazabilidad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  <a:latin typeface="Aptos"/>
              </a:rPr>
              <a:t>COMSATEL · Formación de Competencias 2026 · UX/UI Potenciado por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S3 · Objetivo y resultado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5303520" cy="34747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Objetivo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4974336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Explorar variantes en paralelo sin perder criterio de selección.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30352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 principal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84831"/>
            <a:ext cx="497433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stitch-ui-generator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383280"/>
            <a:ext cx="5303520" cy="16459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3520440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Evidencia de 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3913632"/>
            <a:ext cx="497433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Variant Set + DD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B0000"/>
                </a:solidFill>
                <a:latin typeface="Aptos"/>
              </a:rPr>
              <a:t>La decisión y aprobación final permanecen en manos humanas.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S3 · Conceptos clave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Variantes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AC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heurísticas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comparación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lineage generación→selección.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S3 · Método de trabajo con agente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04872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8024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INTENCIÓN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2504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6824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9976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GENERACIÓN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4456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CRÍTICA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0728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DECISIÓN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680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8583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REGISTRO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977639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11111"/>
                </a:solidFill>
                <a:latin typeface="Aptos"/>
              </a:rPr>
              <a:t>El agente puede generar y criticar. El diseñador conserva intención, decisión y verificación.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S3 · Skill y contrato de artefactos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Context Pack / artefactos canónicos
Fuentes trazables
Restricciones
Preguntas abiertas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stitch-ui-generator
Genera draft
Registra provenance
No fabrica verified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Variant Set + DD
Artefacto OKF v0.2
Lineage preservado
Listo para revisión humana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S3 · Ejercicio guiado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1097280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10643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Actividad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10643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Generar ≥3 variantes por pantalla crítica.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Caso común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Producto COMSATEL · 3–5 User Stories · 6–10 pantallas · permisos · mobile/desktop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Regla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La evidencia generada no sustituye el concepto canónico ni la revisión humana.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S3 · Cierre y evidencia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Entregable de sesión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Variant Set + DD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Criterio rector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Velocidad con trazabilidad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40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Aptos"/>
              </a:rPr>
              <a:t>Checklist de salida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¿Contexto correcto?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9087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¿Trazabilidad preservada?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38344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¿Supuestos explícitos?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85816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¿Provenance registrado?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33288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¿Revisión humana pendiente/completada?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62179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374151"/>
                </a:solidFill>
                <a:latin typeface="Aptos"/>
              </a:rPr>
              <a:t>UX-104 · S3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