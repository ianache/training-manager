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Flow Prototyping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Prototipado con 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Pantallas no son 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Pasar de pantallas generadas a una experiencia navegable.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Navigable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Navegación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refinamiento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consistencia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Play/prototipo.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stitch-ui-generator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Navigable Prototype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flujo navegable con estados.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Navigable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Pantallas no son experiencia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UX-104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