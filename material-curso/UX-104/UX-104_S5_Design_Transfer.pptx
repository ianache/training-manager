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S5 — Design Transfer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Prototipado con Google Stitch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EXPLORE FAST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RAPID EXPLORATION REVIEWED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S5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Transferir el resultado y registrar qué se conserva o debe normalizarse.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stitch-ui-generator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Rapid Exploration 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S5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Stitch → Figma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export/código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MCP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capas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Auto Layout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normalización.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S5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S5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stitch-ui-generator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Rapid Exploration Pack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S5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Llevar pantallas a Figma y documentar pérdidas/cambios.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S5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Rapid Exploration Pack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RAPID EXPLORATION REVIEWED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UX-104 · S5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