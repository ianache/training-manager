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UX-104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344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11111"/>
                </a:solidFill>
                <a:latin typeface="Aptos"/>
              </a:rPr>
              <a:t>S1 — Design Context y DESIGN.md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3172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74151"/>
                </a:solidFill>
                <a:latin typeface="Aptos"/>
              </a:rPr>
              <a:t>Prototipado con Google Stitch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971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EXPLORE FAST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166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8B0000"/>
                </a:solidFill>
                <a:latin typeface="Aptos"/>
              </a:rPr>
              <a:t>Contexto portable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2636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4151"/>
                </a:solidFill>
                <a:latin typeface="Aptos"/>
              </a:rPr>
              <a:t>COMSATEL · Formación de Competencias 2026 · UX/UI Potenciado por 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S1 · Objetivo y resultado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54480"/>
            <a:ext cx="5303520" cy="347472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91639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Objetivo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84831"/>
            <a:ext cx="4974336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Transportar reglas del Design System a la generación rápida.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54480"/>
            <a:ext cx="530352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1" y="1691639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Skill principal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1" y="2084831"/>
            <a:ext cx="497433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stitch-ui-generator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383280"/>
            <a:ext cx="5303520" cy="164592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8231" y="3520440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Evidencia de salida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1" y="3913632"/>
            <a:ext cx="4974336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DESIGN.md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6235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8B0000"/>
                </a:solidFill>
                <a:latin typeface="Aptos"/>
              </a:rPr>
              <a:t>La decisión y aprobación final permanecen en manos humanas.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S1 · Conceptos clave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54480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9163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8483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DESIGN.md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554480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69163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08483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tokens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1554480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2" y="169163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2" y="208483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componentes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520439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" y="365759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" y="405079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restricciones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520439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53712" y="365759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53712" y="405079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referencias aprobadas.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S1 · Método de trabajo con agente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2148840"/>
            <a:ext cx="1600200" cy="960120"/>
          </a:xfrm>
          <a:prstGeom prst="roundRect">
            <a:avLst/>
          </a:prstGeom>
          <a:solidFill>
            <a:srgbClr val="8B0000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CONTEXTO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30552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04872" y="2148840"/>
            <a:ext cx="1600200" cy="960120"/>
          </a:xfrm>
          <a:prstGeom prst="roundRect">
            <a:avLst/>
          </a:prstGeom>
          <a:solidFill>
            <a:srgbClr val="F3F4F6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78024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Aptos"/>
              </a:rPr>
              <a:t>INTENCIÓN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32504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06824" y="2148840"/>
            <a:ext cx="1600200" cy="960120"/>
          </a:xfrm>
          <a:prstGeom prst="roundRect">
            <a:avLst/>
          </a:prstGeom>
          <a:solidFill>
            <a:srgbClr val="F3F4F6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79976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Aptos"/>
              </a:rPr>
              <a:t>GENERACIÓN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34456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2148840"/>
            <a:ext cx="1600200" cy="960120"/>
          </a:xfrm>
          <a:prstGeom prst="roundRect">
            <a:avLst/>
          </a:prstGeom>
          <a:solidFill>
            <a:srgbClr val="F3F4F6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81928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Aptos"/>
              </a:rPr>
              <a:t>CRÍTICA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36408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10728" y="2148840"/>
            <a:ext cx="1600200" cy="960120"/>
          </a:xfrm>
          <a:prstGeom prst="roundRect">
            <a:avLst/>
          </a:prstGeom>
          <a:solidFill>
            <a:srgbClr val="8B0000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80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DECISIÓN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38360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12680" y="2148840"/>
            <a:ext cx="1600200" cy="960120"/>
          </a:xfrm>
          <a:prstGeom prst="roundRect">
            <a:avLst/>
          </a:prstGeom>
          <a:solidFill>
            <a:srgbClr val="F3F4F6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85832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Aptos"/>
              </a:rPr>
              <a:t>REGISTRO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977639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11111"/>
                </a:solidFill>
                <a:latin typeface="Aptos"/>
              </a:rPr>
              <a:t>El agente puede generar y criticar. El diseñador conserva intención, decisión y verificación.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S1 · Skill y contrato de artefactos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08760"/>
            <a:ext cx="3383280" cy="356616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45919"/>
            <a:ext cx="3054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ENTRADA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39112"/>
            <a:ext cx="3054096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Context Pack / artefactos canónicos
Fuentes trazables
Restricciones
Preguntas abiertas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508760"/>
            <a:ext cx="3383280" cy="356616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645919"/>
            <a:ext cx="3054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SKILL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039112"/>
            <a:ext cx="3054096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stitch-ui-generator
Genera draft
Registra provenance
No fabrica verified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508760"/>
            <a:ext cx="3383280" cy="356616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1" y="1645919"/>
            <a:ext cx="3054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SALIDA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1" y="2039112"/>
            <a:ext cx="3054096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DESIGN.md
Artefacto OKF v0.2
Lineage preservado
Listo para revisión humana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S1 · Ejercicio guiado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08760"/>
            <a:ext cx="10972800" cy="182880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45919"/>
            <a:ext cx="106436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Actividad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39112"/>
            <a:ext cx="1064361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Construir DESIGN.md desde TKN/CMP.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657600"/>
            <a:ext cx="5257800" cy="141732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3794760"/>
            <a:ext cx="49286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Caso común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4187952"/>
            <a:ext cx="492861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Producto COMSATEL · 3–5 User Stories · 6–10 pantallas · permisos · mobile/desktop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657600"/>
            <a:ext cx="5257800" cy="141732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3794760"/>
            <a:ext cx="49286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Regla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4187952"/>
            <a:ext cx="492861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La evidencia generada no sustituye el concepto canónico ni la revisión humana.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S1 · Cierre y evidencia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08760"/>
            <a:ext cx="5303520" cy="182880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45919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Entregable de sesión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39112"/>
            <a:ext cx="497433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DESIGN.md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08760"/>
            <a:ext cx="5303520" cy="182880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1" y="1645919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Criterio rector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1" y="2039112"/>
            <a:ext cx="497433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Contexto portable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840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0000"/>
                </a:solidFill>
                <a:latin typeface="Aptos"/>
              </a:rPr>
              <a:t>Checklist de salida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343400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¿Contexto correcto?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690872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¿Trazabilidad preservada?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038344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¿Supuestos explícitos?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385816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¿Provenance registrado?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733288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¿Revisión humana pendiente/completada?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0" y="621792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374151"/>
                </a:solidFill>
                <a:latin typeface="Aptos"/>
              </a:rPr>
              <a:t>UX-104 · S1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